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0" r:id="rId4"/>
    <p:sldId id="278" r:id="rId5"/>
    <p:sldId id="279" r:id="rId6"/>
    <p:sldId id="258" r:id="rId7"/>
    <p:sldId id="267" r:id="rId8"/>
    <p:sldId id="268" r:id="rId9"/>
    <p:sldId id="273" r:id="rId10"/>
    <p:sldId id="275" r:id="rId11"/>
    <p:sldId id="271" r:id="rId12"/>
    <p:sldId id="276" r:id="rId13"/>
    <p:sldId id="272" r:id="rId14"/>
    <p:sldId id="277" r:id="rId15"/>
    <p:sldId id="280" r:id="rId16"/>
    <p:sldId id="264" r:id="rId17"/>
    <p:sldId id="266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C4FE16-6CEE-4174-8931-16D377D0252D}" v="26" dt="2026-08-29T04:22:20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D310-FD22-4BDE-85DD-FE73602D7D6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A5AD1-847C-4727-B847-1855F70BA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57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0919-CC7E-B27A-8182-59347DFA4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EF0F7-ED02-6615-F8DC-7677BF407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3FE6-89EA-7EB6-ADEC-C5A7B377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99B4-BEF0-A0F2-8FC0-AB85859F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37E6D-66F0-B612-899D-26498A45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0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AA34-1C74-012C-A6E1-83522B3F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9FF5-9DC3-0ADA-4C75-AE9E83229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94BF2-150F-15D4-A0A9-395750BB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7C32E-D045-76B2-5F79-5DB9FB58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0B170-01AD-5DA1-3CA5-1CC6A22D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0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4D0-AD91-EFDA-EC6C-F444C8C5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BB184-B802-69F9-68A4-D79395229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52F6-1219-5CA2-6867-96C546D1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514BB-1264-C622-45D4-BCB7B5EB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50F2-259C-284A-5326-80A0E533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8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1E8A-E591-3CB4-A9FA-0D4762BE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1C6A-1237-98DB-C7E6-D998F8184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FE136-5184-3AB4-CCD0-DD26979BD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3B71D-F43F-E43D-E006-71B448A4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78398-7674-9406-B636-8974C9AD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04C79-456B-C2ED-05AF-AB0485DF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37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0331-0503-9621-B01E-2614C290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ECDA-B49E-33BF-C9F9-7CD71A135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4348D-040D-80D0-806D-4CF3A12D7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CB7FB-9622-96FD-9648-6B0DB4D3B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F68F4-AEF0-E8E5-FEFD-5C9CF7D52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DDD6A-F385-8836-825E-DAC01A9D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6D03F-4A42-5A2C-EFE6-395F2F9D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5C413-3D4E-FDC0-9D77-2294BE25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8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2241-AB94-7F3C-E0B2-9E92BAF8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B8619-4CC2-B9EC-EBEB-AD543E51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5CBF7-10BB-AB86-CCC1-8183C558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A459D-4104-C46B-32F0-9038FFF7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35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0DA74-A554-8B43-7C8F-FE11D04D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00C0C-4785-0A05-8A40-BA0E4D6E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65979-8EC7-3378-E5DA-EB437416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1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CB84-34FD-BA17-0C49-F48E62CB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8D6F-FE64-A51C-FFD4-0A4076FC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49B1B-F7DB-271F-7CA1-B588931D5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FD737-3B32-11A0-9A24-64DAFA3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057-0D5B-9435-ADB9-DCEC78C5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F7238-51E5-94F1-E6BA-12392BCE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71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4B4C-2C29-38FB-4BB0-52DF9F89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5C083-8677-6CCE-8CA1-428412DFA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5A7F8-1DB7-AEB1-9AF8-CD6F06918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81064-8968-453F-9232-DE130544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47C4C-D33D-8A13-AE0F-7C994DED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54660-F812-F1DB-1076-AEB425EA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5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75F0-38C1-867D-CE75-48D617849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96F29-8F15-1A40-AB36-3B2197524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5F17-1D59-548E-69E0-70FEAA66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40261-E5A6-A13E-6FF6-AAB56252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DE62-1094-94B8-F415-18A8CFD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22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8FDA8-C508-8427-FE65-9C8B68B85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736CB-0BB0-23CB-46C6-6F4D957CE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B764-D096-1010-F37D-DD76250E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70F3E-50A7-2496-0E78-46E8DDD0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511E2-2FFA-7C87-0CED-DF7033EB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9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5CA35-AA7D-1E16-34E5-2BA329E5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A914C-0138-8F5A-C19C-6A898B03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197C8-D36E-F1FF-485D-F77ECEFE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1FBD3-A4F1-433E-9179-CB97647AB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9597C-F63E-57E0-A1A5-BBC3FEED0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56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8D08-E563-FC22-B482-03A78457F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3751"/>
            <a:ext cx="9144000" cy="964854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Progress Analytics with Personalized Learning Path Recommendation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2729B-2160-54BB-92B6-4E9392DF6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1462" y="4155574"/>
            <a:ext cx="4031974" cy="194603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Dharanish(192472152)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Jeevan Kumar(192472082)</a:t>
            </a:r>
          </a:p>
          <a:p>
            <a:pPr lvl="0" algn="l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Akileshwaran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A(</a:t>
            </a:r>
            <a:r>
              <a:rPr lang="en-IN" dirty="0"/>
              <a:t>192511354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1B06A65-7A2B-D8CA-D8D5-0DF970D15CE6}"/>
              </a:ext>
            </a:extLst>
          </p:cNvPr>
          <p:cNvSpPr txBox="1">
            <a:spLocks/>
          </p:cNvSpPr>
          <p:nvPr/>
        </p:nvSpPr>
        <p:spPr>
          <a:xfrm>
            <a:off x="778564" y="4630357"/>
            <a:ext cx="3955775" cy="996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C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0A06B9-5988-DA12-18F4-825B137979E9}"/>
              </a:ext>
            </a:extLst>
          </p:cNvPr>
          <p:cNvSpPr txBox="1">
            <a:spLocks/>
          </p:cNvSpPr>
          <p:nvPr/>
        </p:nvSpPr>
        <p:spPr>
          <a:xfrm>
            <a:off x="4065106" y="2946573"/>
            <a:ext cx="4625008" cy="96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</a:t>
            </a:r>
          </a:p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CSA0925</a:t>
            </a:r>
          </a:p>
        </p:txBody>
      </p:sp>
      <p:pic>
        <p:nvPicPr>
          <p:cNvPr id="7" name="Picture 2" descr="SIMATS ENGINEERING —BIOTECHNOLOGY">
            <a:extLst>
              <a:ext uri="{FF2B5EF4-FFF2-40B4-BE49-F238E27FC236}">
                <a16:creationId xmlns:a16="http://schemas.microsoft.com/office/drawing/2014/main" id="{919A35A5-A225-0F85-124C-CF3634298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29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431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E1C2-E750-32DF-56D3-655E080C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1822" y="1086107"/>
            <a:ext cx="9144000" cy="497716"/>
          </a:xfrm>
        </p:spPr>
        <p:txBody>
          <a:bodyPr>
            <a:noAutofit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9C86F-4834-59D6-FE8E-15300F5BB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915" y="1726228"/>
            <a:ext cx="11127133" cy="5415236"/>
          </a:xfrm>
        </p:spPr>
        <p:txBody>
          <a:bodyPr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Progress Analytics with Personalized Learning Path Recommendation Engine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analyze and track students’ learning progress.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scores, completed courses, and learning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student performance.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student’s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 areas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skill analysis.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analysis, the system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paths, course/topic recommendations, and improvement suggestions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presents the results through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reports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students understand their progress and plan their learning effectively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CAB550E-CE34-4FE1-CBE5-5C434E8DF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1417319" cy="144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DCC6D-C16C-998E-C715-34AD904D4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200" y="0"/>
            <a:ext cx="1615799" cy="12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4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091E-2251-3D65-45F0-77AAC6FA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5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1A6C-D0E2-F397-FA91-654F850E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96" y="1423803"/>
            <a:ext cx="9966960" cy="543419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lack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understanding of their learning progress and skill level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courses and topics.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learning systems may provide course content but do not effectively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individual strengths and weak areas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performance.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find it difficult to decide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course or topic to learn next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an unstructured learning process.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can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quiz scores, completed courses, and learning activities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student progress.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proposed system aims to provide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 and recommendations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each student's progress and skill analysis.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A0780A94-E950-6B45-D081-A1AB08125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3" y="0"/>
            <a:ext cx="1060703" cy="141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7806F-B847-45AD-85ED-023161FB5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-1"/>
            <a:ext cx="1228343" cy="122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79E8-E61E-A57F-7282-EF19C4DF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FFA9-171C-2463-BA15-03304A10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6765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D2EA-0764-76AD-40F6-317C88B15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45011"/>
            <a:ext cx="9966960" cy="543419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student learning progress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quiz scores, completed courses, and learning activities.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student skills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their strengths and weak areas.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and evaluate overall learning performance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student.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personalized learning paths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individual performance and skill gaps.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suitable courses and topics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 progress reports through a dashboard.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5EBFCA5-C283-B467-88EE-DFA8A9BC8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71015" cy="169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82492-19AF-C757-D2CF-546C4849E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-1"/>
            <a:ext cx="1530095" cy="15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3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9CE4-2082-2EA4-B617-43E4F3C3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5DC6-3464-60EC-DFA3-8B66E1FB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807747"/>
            <a:ext cx="10515600" cy="6765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008B4CEC-8ACE-4CB1-E973-FF0D647E52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859367"/>
              </p:ext>
            </p:extLst>
          </p:nvPr>
        </p:nvGraphicFramePr>
        <p:xfrm>
          <a:off x="576072" y="1993392"/>
          <a:ext cx="10977752" cy="3511296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488876">
                  <a:extLst>
                    <a:ext uri="{9D8B030D-6E8A-4147-A177-3AD203B41FA5}">
                      <a16:colId xmlns:a16="http://schemas.microsoft.com/office/drawing/2014/main" val="3758389456"/>
                    </a:ext>
                  </a:extLst>
                </a:gridCol>
                <a:gridCol w="5488876">
                  <a:extLst>
                    <a:ext uri="{9D8B030D-6E8A-4147-A177-3AD203B41FA5}">
                      <a16:colId xmlns:a16="http://schemas.microsoft.com/office/drawing/2014/main" val="351596423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Existing System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Proposed System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11162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Fixed or standard learning paths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Personalized learning paths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492719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Limited student progress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Continuous progress tracking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4749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Difficult to identify weak areas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Identifies strengths and weak areas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053039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Generic course recommendations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Performance-based recommendations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377097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Limited integrated reporting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Dashboard and personalized reports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259065"/>
                  </a:ext>
                </a:extLst>
              </a:tr>
            </a:tbl>
          </a:graphicData>
        </a:graphic>
      </p:graphicFrame>
      <p:pic>
        <p:nvPicPr>
          <p:cNvPr id="5" name="Picture 8">
            <a:extLst>
              <a:ext uri="{FF2B5EF4-FFF2-40B4-BE49-F238E27FC236}">
                <a16:creationId xmlns:a16="http://schemas.microsoft.com/office/drawing/2014/main" id="{AB07524C-2EED-2EA8-4685-EC03F0CC3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014984" cy="135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744624-E696-18F7-A454-1D9DDAA50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-1"/>
            <a:ext cx="1146047" cy="114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6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BC85-C61F-1BF1-3231-BE3E9E33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224"/>
            <a:ext cx="9144000" cy="53747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C303C-A82D-23FA-812C-CEDB8B94E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" y="1192697"/>
            <a:ext cx="12109703" cy="566530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7854501-A1C6-8337-2527-F303B360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84911-D6CD-F9DF-B47A-E7B84989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125EB8-8CD0-BCC3-845D-2659F6B0030D}"/>
              </a:ext>
            </a:extLst>
          </p:cNvPr>
          <p:cNvSpPr txBox="1"/>
          <p:nvPr/>
        </p:nvSpPr>
        <p:spPr>
          <a:xfrm>
            <a:off x="214884" y="1975104"/>
            <a:ext cx="29900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Management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87133-8662-A359-D619-2D44C3EBC918}"/>
              </a:ext>
            </a:extLst>
          </p:cNvPr>
          <p:cNvSpPr txBox="1"/>
          <p:nvPr/>
        </p:nvSpPr>
        <p:spPr>
          <a:xfrm>
            <a:off x="5673852" y="300837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27063-BA10-39DE-5258-015D5E762683}"/>
              </a:ext>
            </a:extLst>
          </p:cNvPr>
          <p:cNvSpPr txBox="1"/>
          <p:nvPr/>
        </p:nvSpPr>
        <p:spPr>
          <a:xfrm>
            <a:off x="3839717" y="1891451"/>
            <a:ext cx="21671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AEF77-7BE1-9536-BD72-FD390AB38380}"/>
              </a:ext>
            </a:extLst>
          </p:cNvPr>
          <p:cNvSpPr txBox="1"/>
          <p:nvPr/>
        </p:nvSpPr>
        <p:spPr>
          <a:xfrm>
            <a:off x="6415276" y="1975104"/>
            <a:ext cx="1595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i5/i7 Processor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8GB RAM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256GB SSD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4656E-E022-AFAD-B5DD-0CB9464BCD8A}"/>
              </a:ext>
            </a:extLst>
          </p:cNvPr>
          <p:cNvSpPr txBox="1"/>
          <p:nvPr/>
        </p:nvSpPr>
        <p:spPr>
          <a:xfrm>
            <a:off x="8851392" y="1891450"/>
            <a:ext cx="22300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NetBeans / Eclipse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10/11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89852-026C-8F72-D0C5-28C4D6029DFD}"/>
              </a:ext>
            </a:extLst>
          </p:cNvPr>
          <p:cNvSpPr txBox="1"/>
          <p:nvPr/>
        </p:nvSpPr>
        <p:spPr>
          <a:xfrm>
            <a:off x="4242816" y="4283428"/>
            <a:ext cx="24416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Dataset/APIs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learning records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scores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completion data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58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05D2-709B-883B-390E-FD3E39AC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92" y="452479"/>
            <a:ext cx="5913699" cy="61872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EC827280-2367-720F-F7CE-FFDC2B888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159725" cy="140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E8E8D-9190-83C2-40D3-27772D130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0"/>
            <a:ext cx="1356359" cy="122985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6CD036-1CF5-34E3-2B98-0962DDBDA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77657"/>
              </p:ext>
            </p:extLst>
          </p:nvPr>
        </p:nvGraphicFramePr>
        <p:xfrm>
          <a:off x="307848" y="1531274"/>
          <a:ext cx="11576304" cy="4979253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929384">
                  <a:extLst>
                    <a:ext uri="{9D8B030D-6E8A-4147-A177-3AD203B41FA5}">
                      <a16:colId xmlns:a16="http://schemas.microsoft.com/office/drawing/2014/main" val="3852409836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194433209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789258758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892948102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76512386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219909631"/>
                    </a:ext>
                  </a:extLst>
                </a:gridCol>
              </a:tblGrid>
              <a:tr h="614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Techniques Used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738954073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Joseph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paths ignore individual learning styles.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Analytics, Learning Style Model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dynamic personalization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70163063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 &amp; Renumol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paths need real-time adaptation.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Learning Analytics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continuous learner-state adaptation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402969060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Diao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need recommendations for weak concepts.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Concept Mining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integration with overall progress analytics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498566584"/>
                  </a:ext>
                </a:extLst>
              </a:tr>
              <a:tr h="983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select suitable resources from large e-learning content.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Graph, GCN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dynamic skill-based recommendation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577589313"/>
                  </a:ext>
                </a:extLst>
              </a:tr>
              <a:tr h="983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paths do not suit different learner abilities.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Attention, Deep RL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 and data requirements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854811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391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AEDD-4798-9714-593C-3E56D76E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C1075B08-57B5-3CC5-88F8-043AE0E5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F0CA8-41E8-E8A6-5C56-3905C3256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76BB5A-204D-1F0D-77C6-269CE67AE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42" y="891252"/>
            <a:ext cx="981075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9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3376E-84ED-AA52-A0C1-AEA44A1A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E9EF-A169-6809-AC3D-DFE9CEA7A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FAAA8-098A-8EBC-51D3-99F5759E2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2880360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Allows new students to create their accounts.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Validates student login credentials.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available courses and course information.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Activity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Maintains students’ learning activities.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student, login, course, and learning-related information.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ADB1E16-B92B-7BD2-BCF1-8E3B5D817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87447" cy="156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9E7E3B-7DE9-9ACA-07D4-5465D00E8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552" y="0"/>
            <a:ext cx="1287447" cy="156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91C137-9873-F34A-73E2-0E6788F679D8}"/>
              </a:ext>
            </a:extLst>
          </p:cNvPr>
          <p:cNvSpPr txBox="1"/>
          <p:nvPr/>
        </p:nvSpPr>
        <p:spPr>
          <a:xfrm>
            <a:off x="2098357" y="425456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2B41D-CC01-3D4B-DB2D-F854D4628FD1}"/>
              </a:ext>
            </a:extLst>
          </p:cNvPr>
          <p:cNvSpPr txBox="1"/>
          <p:nvPr/>
        </p:nvSpPr>
        <p:spPr>
          <a:xfrm>
            <a:off x="2027061" y="1477628"/>
            <a:ext cx="767109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&amp; Course Management Module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39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3011C-18D0-C540-B9FA-061F41EB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DD63-A255-D3B5-8095-689742E06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58B6C-217E-B5BC-F34D-064AA6851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8A627593-D1BE-FA90-9FF6-0A99C41FA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D3B0B7-BBD9-7655-2C59-F0D5C9A75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C519E-6CDE-5963-09A6-BEBEB34E0897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9A229E-829C-3CC7-4390-9293B5C3D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284316"/>
            <a:ext cx="10963656" cy="514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40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EE7B-4020-9DC7-4238-7A234E53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3A88-7E3D-2582-E9DA-5B044597D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ADCBE-6ECD-752D-3814-EFC013559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625" y="1773206"/>
            <a:ext cx="11321015" cy="4233673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student quiz scores to evaluate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completed courses and learning activities.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overall learning progress of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skills based on their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strengths of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weak areas that require improvement.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progress and skill analysis results.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53D7CE9-2945-ED0D-7D1F-8068235F7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4" y="60218"/>
            <a:ext cx="1077313" cy="143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69A43-E3E4-3BF8-6860-2A21566B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-1"/>
            <a:ext cx="1356359" cy="13563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83C27A-7C83-9AB6-FDE0-E94AA43E4C40}"/>
              </a:ext>
            </a:extLst>
          </p:cNvPr>
          <p:cNvSpPr txBox="1"/>
          <p:nvPr/>
        </p:nvSpPr>
        <p:spPr>
          <a:xfrm>
            <a:off x="2324651" y="553263"/>
            <a:ext cx="727105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Progress &amp; Skill Analytics</a:t>
            </a:r>
          </a:p>
        </p:txBody>
      </p:sp>
    </p:spTree>
    <p:extLst>
      <p:ext uri="{BB962C8B-B14F-4D97-AF65-F5344CB8AC3E}">
        <p14:creationId xmlns:p14="http://schemas.microsoft.com/office/powerpoint/2010/main" val="904267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ED43-8692-007E-B7C1-1D9E3E94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34B7-566D-0682-326F-46F2D4F4E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B4F36-49F1-B2D0-C469-931CF8433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472157D-7CCB-BC60-72DE-BE2820F74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23544" cy="123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A0D963-F479-C5E7-C44B-D132A8550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353626-CA87-17A0-0F91-42FEC6F412B2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3D323-8126-3859-4EA4-954FC734D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328452"/>
            <a:ext cx="11567160" cy="536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04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816A-7349-50D7-5D5E-309080C0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9843-947D-239D-FDE7-EFC6956E8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488ED-07AA-AC4F-039E-7D08B2A72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2232464"/>
            <a:ext cx="12097511" cy="477316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learning paths based on student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suitable courses and topics for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suggestions to improve identified weak areas.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student progress through a dashboard.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progress and skill reports.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D511828-3B0A-881E-5187-1574876A5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03295" cy="16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9B1A98-670D-8C28-F5EB-3D2D73E0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247" y="0"/>
            <a:ext cx="1444752" cy="14447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057200-43C6-A527-6AE3-8C7197A71DC6}"/>
              </a:ext>
            </a:extLst>
          </p:cNvPr>
          <p:cNvSpPr txBox="1"/>
          <p:nvPr/>
        </p:nvSpPr>
        <p:spPr>
          <a:xfrm>
            <a:off x="1760552" y="1012521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3. Recommendation &amp; Dashboard Module</a:t>
            </a:r>
          </a:p>
        </p:txBody>
      </p:sp>
    </p:spTree>
    <p:extLst>
      <p:ext uri="{BB962C8B-B14F-4D97-AF65-F5344CB8AC3E}">
        <p14:creationId xmlns:p14="http://schemas.microsoft.com/office/powerpoint/2010/main" val="1439640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B8E9-2178-3C83-796A-55900999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8767-9632-1566-4734-082DB6FA8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CE809-0034-F22D-1869-E9D21D1E8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5159C4A-34D4-B02B-68B6-D7BD2803D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90402C-6441-4A0A-301B-A3ECC0540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F3FD13-9DAA-33D1-E085-378F5F68A365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57C26-A81E-E2C5-F62D-2FC0E1012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59726"/>
            <a:ext cx="11451336" cy="542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10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BC85-C61F-1BF1-3231-BE3E9E33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791" y="986526"/>
            <a:ext cx="9144000" cy="53747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HOSTING AND DEPLOYMENT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C303C-A82D-23FA-812C-CEDB8B94E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898" y="2600873"/>
            <a:ext cx="12109703" cy="5665302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source code is maintained and version-controlled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application is connected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deployment and source-code management.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is hosted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a publicly accessible web service.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changes can be integrated with Render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deploy updated versions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backend.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setup provides a simple and reliable process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management, backend hosting, and deployment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7854501-A1C6-8337-2527-F303B360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43583" cy="165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84911-D6CD-F9DF-B47A-E7B84989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-1"/>
            <a:ext cx="1523999" cy="1523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D87133-8662-A359-D619-2D44C3EBC918}"/>
              </a:ext>
            </a:extLst>
          </p:cNvPr>
          <p:cNvSpPr txBox="1"/>
          <p:nvPr/>
        </p:nvSpPr>
        <p:spPr>
          <a:xfrm>
            <a:off x="5673852" y="300837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203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4F1A-67B4-BB84-2A61-0365D8CAB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1495609"/>
            <a:ext cx="9144000" cy="660813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B9E05-B5B3-C757-2FCA-55F43290F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634" y="2507306"/>
            <a:ext cx="11322203" cy="5710169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tracks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learning progress.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student strengths and weak areas through performance analysis.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 and suitable course recommendations are generated.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clear progress, skill analysis, and recommendation reports.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students follow a more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personalized learning process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15773-24EE-2C44-B355-6EF27FE53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855"/>
            <a:ext cx="12192000" cy="103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31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D047-023C-7ACC-D32A-184515A62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466" y="487452"/>
            <a:ext cx="9144000" cy="6368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B9246-DD8F-0324-9B02-98D4DA08B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517" y="1862556"/>
            <a:ext cx="10812965" cy="559612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Joseph, L., Abraham, S., Mani, B. P., &amp; Rajesh, N.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Analytics Intervention for Personalized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Raj, N. S.,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Renumol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G.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Learning Analytics for Adaptive Learning Path Recommendation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Diao, et al.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Based on Weak Concept Mining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X., Liu, S., &amp; Wang, H. (2023).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Based on Knowledge Graph and Graph Convolutional Network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Gu, R.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Using Graph Attention and Deep Reinforcement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Documentation and Java Platform Concepts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12AB535-349A-1F5F-9E8F-E59DA835E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159725" cy="15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51B63-7A24-1C31-31E4-45EAC082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-1"/>
            <a:ext cx="1539239" cy="15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37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9787-2B17-7114-0529-9996DD9DB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426" y="2692054"/>
            <a:ext cx="6235148" cy="101524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043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993</Words>
  <Application>Microsoft Office PowerPoint</Application>
  <PresentationFormat>Widescreen</PresentationFormat>
  <Paragraphs>157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Skill Progress Analytics with Personalized Learning Path Recommendation Engine</vt:lpstr>
      <vt:lpstr>        INTRODUCTION </vt:lpstr>
      <vt:lpstr>Problem Statement</vt:lpstr>
      <vt:lpstr>OBJECTIVES</vt:lpstr>
      <vt:lpstr>EXISTING SYSTEM VS PROPOSED SYSTEM</vt:lpstr>
      <vt:lpstr>Requirements </vt:lpstr>
      <vt:lpstr>LITERATURE SURVEY </vt:lpstr>
      <vt:lpstr>SYSTEM ARCHITECTURE</vt:lpstr>
      <vt:lpstr> </vt:lpstr>
      <vt:lpstr> </vt:lpstr>
      <vt:lpstr> </vt:lpstr>
      <vt:lpstr> </vt:lpstr>
      <vt:lpstr> </vt:lpstr>
      <vt:lpstr> </vt:lpstr>
      <vt:lpstr>PROJECT HOSTING AND DEPLOYMENT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Natesa krishnan V</dc:creator>
  <cp:lastModifiedBy>PENUGONDA JEEVAN KUMAR</cp:lastModifiedBy>
  <cp:revision>4</cp:revision>
  <dcterms:created xsi:type="dcterms:W3CDTF">2026-07-31T15:09:56Z</dcterms:created>
  <dcterms:modified xsi:type="dcterms:W3CDTF">2026-08-29T04:23:41Z</dcterms:modified>
</cp:coreProperties>
</file>